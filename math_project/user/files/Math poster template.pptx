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3F-7708-89AA-2CCC-AA11CAA1F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8DAA6-69E7-CDF3-E148-E78131F77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9AB2E-1179-807E-F3D0-60C56D1BE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B6ECE-3305-25B3-126F-8D83FBB0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3B8A6-80E0-12BE-C79B-D1A63514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7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06AE-D86B-3447-2CF9-58E9AC1C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E2BB-E643-1FCE-9FFD-142529B69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61A0-83EF-439C-3BA6-78A81285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F2EBF-908C-D357-BC05-328BCA85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4F3FE-EEF0-E5FB-3029-2928BA5A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6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18BA-5B05-F7E2-F32E-C00823ECC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09E28-42C9-042C-38DD-78CAA0BB0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BE7C7-6B18-7906-6D30-50F7AFA3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F9AB1-6533-7EB9-1B3D-093F6DE8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C7066-5B0E-DD88-F334-74C47622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9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FD3B-0C8E-00FC-C1C3-C9E1B0C8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B0632-664A-2B56-0B3A-2228EC00D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91558-D59E-BE35-0C94-331A58FCD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BC64F-D5E7-91D0-8442-BF772775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0D759-A07E-77A0-5C89-D4367708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E8333-4F0F-1EE7-E502-A7DD4A01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8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2732-9977-78C9-3D0C-43AFA50B3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DF0FE-1FF8-159D-5F9B-D3E69862C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742A8-0414-FE63-AF46-9B92858D2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1CC389-41C0-70C0-3849-46F8D71D8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3DFBF-1783-5DA6-8AFB-180037275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25AC17-9DB4-27A6-52A3-38B05DF7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DA506-EB85-35BA-55CD-08E9363F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84664-9C50-B2C1-38A0-74C4C613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5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40201-3C6C-FD47-809F-3414EABA8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7ADB4-BE3A-6B22-8D44-5062F7F66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0E0D-F4E1-7384-D980-A75B1A65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E5D96-2DDE-1E36-B71B-DA9FCC3E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15AEF-442D-D869-8604-CA4DCAB7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85DBF-3557-0196-12D5-089F9836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4D2FD-02C0-25BF-C9A9-E95A86BB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0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BC95-0ABE-D81E-4F5C-09E01A13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DB801-50B6-85DB-6EF7-EF2F34547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D01F3-9EEB-E77C-781B-BE75A0226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4E440-2063-B4B0-FA39-6D2858EE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31225-F9F5-8246-5566-BE5EE361A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4AA74-8C7E-918E-ABEA-E08156FC1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9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0EFF-67B0-62C7-3642-12D7CA71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02AC86-BDD8-DA8C-A467-811F645EA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F623F-0CAD-13B1-E880-DC2324D40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A3872-ADE5-4BE9-2A78-D049A72D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AEFD5-6315-6400-1CCB-F2638CBF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7787E-2E22-4C91-0916-96C1EAF9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1E12-ED34-86BC-282A-A192C394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2B50B-1F8F-AFAB-3BDB-24227D1A1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E3C3E-F327-55E5-0545-1CF7C1A6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D43D7-9AFE-2735-05F2-FDC2BD525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FED7E-005D-78D5-F110-81C9456B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3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F361D-06AB-D3DF-989F-74428B55C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3FE31-59D3-7502-36C9-BCC2483D1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CC241-1E5F-0176-B88D-0E990075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BCDB2-210E-E087-D84A-9C53E6DC8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02FDE-AA0C-8F84-3679-EB9BB1A0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51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912FDC-40DC-8255-825E-B4A5BEE37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EDEB5-F89B-4B61-4497-4405AE189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0879D-235D-CB25-6995-A4D00B720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7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0F5A3-66C6-9541-B8B4-843A737B518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FC2DD-5DEF-06C2-3EEB-0F037679B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7FE61-43A5-057B-1EBE-1EE61F410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55BE-9F37-3C4D-B969-9181B3478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1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EE0F-4477-0EEF-5109-B603121B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113328"/>
            <a:ext cx="5915025" cy="5812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Car depreciation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A3F90-4ACC-1187-CB25-2C2DCECDC31F}"/>
              </a:ext>
            </a:extLst>
          </p:cNvPr>
          <p:cNvSpPr txBox="1"/>
          <p:nvPr/>
        </p:nvSpPr>
        <p:spPr>
          <a:xfrm>
            <a:off x="425450" y="3316332"/>
            <a:ext cx="473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The graph above shows the rate of the depreciation of the car price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119F3-3B39-7F93-3FB4-788397976298}"/>
              </a:ext>
            </a:extLst>
          </p:cNvPr>
          <p:cNvSpPr txBox="1"/>
          <p:nvPr/>
        </p:nvSpPr>
        <p:spPr>
          <a:xfrm>
            <a:off x="388144" y="9977744"/>
            <a:ext cx="591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According to our calculations, this is the formula to calculate the depreciation rate of the car.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5EE44-B741-BCE8-BF07-56588D2E91F5}"/>
              </a:ext>
            </a:extLst>
          </p:cNvPr>
          <p:cNvSpPr txBox="1"/>
          <p:nvPr/>
        </p:nvSpPr>
        <p:spPr>
          <a:xfrm>
            <a:off x="388143" y="10629416"/>
            <a:ext cx="5915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E6E8F0"/>
                </a:solidFill>
                <a:latin typeface="Google Sans"/>
              </a:rPr>
              <a:t>First 3 years: ((car value)/2)-((car value)/1.8)=yearly depreciation rate</a:t>
            </a:r>
          </a:p>
          <a:p>
            <a:pPr algn="l"/>
            <a:r>
              <a:rPr lang="en-US" b="1" dirty="0">
                <a:solidFill>
                  <a:srgbClr val="E6E8F0"/>
                </a:solidFill>
                <a:latin typeface="Google Sans"/>
              </a:rPr>
              <a:t>Next few years: (((car value)/3)*((car value)/0.1))-3=yearly depreciation rate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D984A7-4759-972C-8130-A69C81A02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42" y="694528"/>
            <a:ext cx="6019679" cy="24804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D79267-B45F-AD65-84AB-FF7C3E9DACF8}"/>
              </a:ext>
            </a:extLst>
          </p:cNvPr>
          <p:cNvSpPr txBox="1"/>
          <p:nvPr/>
        </p:nvSpPr>
        <p:spPr>
          <a:xfrm>
            <a:off x="471487" y="4103996"/>
            <a:ext cx="5915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From here, we can see that the car loses 50% of it’s value in the first 3 years, while the depreciation rate stabilizes in the next few years.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In this graph, we can see that this car has lost 70% of it’s value after 10 years.</a:t>
            </a:r>
          </a:p>
        </p:txBody>
      </p:sp>
    </p:spTree>
    <p:extLst>
      <p:ext uri="{BB962C8B-B14F-4D97-AF65-F5344CB8AC3E}">
        <p14:creationId xmlns:p14="http://schemas.microsoft.com/office/powerpoint/2010/main" val="4127171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Car depreciation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depreciation</dc:title>
  <dc:creator>Kayla Tan</dc:creator>
  <cp:lastModifiedBy>Kayla Tan</cp:lastModifiedBy>
  <cp:revision>1</cp:revision>
  <dcterms:created xsi:type="dcterms:W3CDTF">2026-04-18T09:36:06Z</dcterms:created>
  <dcterms:modified xsi:type="dcterms:W3CDTF">2026-04-18T09:56:50Z</dcterms:modified>
</cp:coreProperties>
</file>